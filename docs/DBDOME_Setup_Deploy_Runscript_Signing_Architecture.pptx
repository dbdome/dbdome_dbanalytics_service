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42816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3017520" cy="566928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800" b="1" i="0">
                <a:solidFill>
                  <a:srgbClr val="0E2A47"/>
                </a:solidFill>
                <a:latin typeface="Segoe UI"/>
              </a:rPr>
              <a:t>DBDOME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07040" cy="1828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Installation · Deploy · Runscript · Signing</a:t>
            </a:r>
          </a:p>
          <a:p>
            <a:r>
              <a:rPr sz="2400" b="0" i="0">
                <a:solidFill>
                  <a:srgbClr val="E8EEF4"/>
                </a:solidFill>
                <a:latin typeface="Segoe UI"/>
              </a:rPr>
              <a:t>High-Level Architecture &amp;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1060704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1300" b="1" i="0">
                <a:solidFill>
                  <a:srgbClr val="1FB6B6"/>
                </a:solidFill>
                <a:latin typeface="Segoe UI"/>
              </a:rPr>
              <a:t>dbdome_setup.exe (full install) · dbdome_update.exe (incremental) · deploy scripts (live redeploy)</a:t>
            </a:r>
          </a:p>
          <a:p>
            <a:r>
              <a:rPr sz="1300" b="0" i="0">
                <a:solidFill>
                  <a:srgbClr val="E8EEF4"/>
                </a:solidFill>
                <a:latin typeface="Segoe UI"/>
              </a:rPr>
              <a:t>Payload: DBDOME appliance + Grafana 12.2.0 + PostgreSQL 18.3 + ODBC + Oracle client + DB seed + migrations</a:t>
            </a:r>
          </a:p>
          <a:p>
            <a:r>
              <a:rPr sz="1300" b="0" i="0">
                <a:solidFill>
                  <a:srgbClr val="E8EEF4"/>
                </a:solidFill>
                <a:latin typeface="Segoe UI"/>
              </a:rPr>
              <a:t>Authenticode-signed binaries · idempotent SQL runscript · service-based runtime on C:\ProgramData\DBDOME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1100" b="0" i="0">
                <a:solidFill>
                  <a:srgbClr val="536474"/>
                </a:solidFill>
                <a:latin typeface="Segoe UI"/>
              </a:rPr>
              <a:t>by dbexpert.ai   ·   sources: dbdome_setup/setup.py · deploy_*.ps1 · sql_script_runner.py · sign_dbdome.ps1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OVERVIEW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Three delivery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dbdome_setup.exe — full install (v2.0.0)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clean-host installer (PyInstaller, setup.spec). Installs PostgreSQL 18.3, ODBC &amp; Oracle client, restores the DB, registers services, configures Grafana &amp; firewall. Run as Administrator.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dbdome_update.exe — incremental updater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ships the same payload shape; refreshes the appliance binaries + newer postgres\install migrations on an existing install (no PG reinstall).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deploy_*.ps1 — developer redeploy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deploy_redeploy.ps1 (live only) and deploy_all_three.ps1 (stage both package payloads + live) swap _internal + the two exes into C:\ProgramData\DBDOME\bin.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Everything DBDOME-authored is Authenticode-signed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sign_dbdome.ps1 signs the exes + installers; the public .cer is imported into the host trust store at install time.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Schema is applied at runtime, not by the installer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the service runs sql_script_runner on startup + daily to apply ordered, checksum-tracked SQL migrations idempotently.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C:\INSTALLS\DBDOME_SETUP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Setup package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743200" cy="50292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300" b="1" i="0">
                <a:solidFill>
                  <a:srgbClr val="0E2A47"/>
                </a:solidFill>
                <a:latin typeface="Segoe UI"/>
              </a:rPr>
              <a:t>dbdome_setup.exe</a:t>
            </a:r>
          </a:p>
          <a:p>
            <a:pPr algn="ctr"/>
            <a:r>
              <a:rPr sz="1050" b="0" i="0">
                <a:solidFill>
                  <a:srgbClr val="0E2A47"/>
                </a:solidFill>
                <a:latin typeface="Segoe UI"/>
              </a:rPr>
              <a:t>installer (setup.py)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743200" cy="32918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dbdome\  payload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shipped tree copied
to C:\ProgramData\DBDOME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25880"/>
            <a:ext cx="8229600" cy="713232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bin\</a:t>
            </a:r>
          </a:p>
          <a:p>
            <a:r>
              <a:rPr sz="1050" b="0" i="0">
                <a:solidFill>
                  <a:srgbClr val="E8EEF4"/>
                </a:solidFill>
                <a:latin typeface="Segoe UI"/>
              </a:rPr>
              <a:t>dbdome_dbanalytics.exe · dbdome_service.exe · _internal · certification\dbdome_cert.cer · nssm.exe · .env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48840"/>
            <a:ext cx="8229600" cy="713232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Grafana 12.2.0</a:t>
            </a:r>
          </a:p>
          <a:p>
            <a:r>
              <a:rPr sz="1050" b="0" i="0">
                <a:solidFill>
                  <a:srgbClr val="E8EEF4"/>
                </a:solidFill>
                <a:latin typeface="Segoe UI"/>
              </a:rPr>
              <a:t>dbdomeg-server.exe / dbdomeg-cli.exe · conf\ · data\grafana.db · public\ · plugins-bundled\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971800"/>
            <a:ext cx="8229600" cy="71323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postgres\install\</a:t>
            </a:r>
          </a:p>
          <a:p>
            <a:r>
              <a:rPr sz="1050" b="0" i="0">
                <a:solidFill>
                  <a:srgbClr val="E8EEF4"/>
                </a:solidFill>
                <a:latin typeface="Segoe UI"/>
              </a:rPr>
              <a:t>operator migrations 62xx–73xx · dbanalytics_install.backup (pg_restore seed)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794760"/>
            <a:ext cx="8229600" cy="713232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bundled installers</a:t>
            </a:r>
          </a:p>
          <a:p>
            <a:r>
              <a:rPr sz="1050" b="0" i="0">
                <a:solidFill>
                  <a:srgbClr val="E8EEF4"/>
                </a:solidFill>
                <a:latin typeface="Segoe UI"/>
              </a:rPr>
              <a:t>postgresql-18.3-windows-x64.exe · msodbcsql.msi · instantclient_23_0 (Oracle)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617720"/>
            <a:ext cx="8229600" cy="713232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scripts\ · VERSION</a:t>
            </a:r>
          </a:p>
          <a:p>
            <a:r>
              <a:rPr sz="1050" b="0" i="0">
                <a:solidFill>
                  <a:srgbClr val="E8EEF4"/>
                </a:solidFill>
                <a:latin typeface="Segoe UI"/>
              </a:rPr>
              <a:t>dbanalytics schema SQL · version stamp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13 STEPS, RUN AS ADMINISTRATOR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Installation flow — dbdome_setup.exe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65176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 Detect source
media (DVD/local)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1371600"/>
            <a:ext cx="265176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2 Copy payload →
C:\ProgramData\DBDOME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7608" y="1371600"/>
            <a:ext cx="2651760" cy="82296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3 Install ODBC
driver (msodbcsql)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05672" y="1371600"/>
            <a:ext cx="2651760" cy="82296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4 Install
PostgreSQL 18.3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05672" y="2514600"/>
            <a:ext cx="2651760" cy="82296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5 pg_hba →
local trust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2514600"/>
            <a:ext cx="265176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0E2A47"/>
                </a:solidFill>
                <a:latin typeface="Segoe UI"/>
              </a:rPr>
              <a:t>6 Create DB + users
+ pg_restore seed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9544" y="2514600"/>
            <a:ext cx="2651760" cy="82296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7 Grafana datasource
PG → dbanalytics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514600"/>
            <a:ext cx="265176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0E2A47"/>
                </a:solidFill>
                <a:latin typeface="Segoe UI"/>
              </a:rPr>
              <a:t>8 Write .env
(top-level + bin\)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265176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9 Windows Firewall
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9544" y="3657600"/>
            <a:ext cx="2651760" cy="82296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0E2A47"/>
                </a:solidFill>
                <a:latin typeface="Segoe UI"/>
              </a:rPr>
              <a:t>10 Register services
web · scheduler · Grafana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7608" y="3657600"/>
            <a:ext cx="2651760" cy="82296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0E2A47"/>
                </a:solidFill>
                <a:latin typeface="Segoe UI"/>
              </a:rPr>
              <a:t>11 Start services
+ Grafana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3657600"/>
            <a:ext cx="265176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12 Validate +
trust .cer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4800600"/>
            <a:ext cx="265176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13 Desktop
shortcut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1783080"/>
            <a:ext cx="14630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61304" y="1783080"/>
            <a:ext cx="14630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59368" y="1783080"/>
            <a:ext cx="14630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31552" y="2194560"/>
            <a:ext cx="0" cy="32004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07608" y="2926080"/>
            <a:ext cx="544982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09544" y="2926080"/>
            <a:ext cx="544982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11480" y="2926080"/>
            <a:ext cx="544982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37360" y="3337560"/>
            <a:ext cx="0" cy="32004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63240" y="4069080"/>
            <a:ext cx="14630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61304" y="4069080"/>
            <a:ext cx="14630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59368" y="4069080"/>
            <a:ext cx="146304" cy="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31552" y="4480560"/>
            <a:ext cx="0" cy="320040"/>
          </a:xfrm>
          <a:prstGeom prst="line">
            <a:avLst/>
          </a:prstGeom>
          <a:ln w="1524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" y="5989320"/>
            <a:ext cx="1133856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1050" b="0" i="1">
                <a:solidFill>
                  <a:srgbClr val="536474"/>
                </a:solidFill>
                <a:latin typeface="Segoe UI"/>
              </a:rPr>
              <a:t>Installs a dedicated PostgreSQL 18.3 (local trust via pg_hba), DB dbanalytics with users dbdome_adm / dbdome_mon_usr, restores dbanalytics_install.backup, and registers DBDOME_web + DBDOME_scheduler (dbdome_service.exe) and DBDOME_Grafana (NSSM).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DEVELOPER RELEASE PIPELINE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Build → Sign → Package →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148840" cy="155448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Build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PyInstaller
DBDOME_dbanalytics.spec
(venv314) → dist_rd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94560"/>
            <a:ext cx="2148840" cy="15544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400" b="1" i="0">
                <a:solidFill>
                  <a:srgbClr val="0E2A47"/>
                </a:solidFill>
                <a:latin typeface="Segoe UI"/>
              </a:rPr>
              <a:t>Sign</a:t>
            </a:r>
          </a:p>
          <a:p>
            <a:pPr algn="ctr"/>
            <a:r>
              <a:rPr sz="1150" b="0" i="0">
                <a:solidFill>
                  <a:srgbClr val="0E2A47"/>
                </a:solidFill>
                <a:latin typeface="Segoe UI"/>
              </a:rPr>
              <a:t>sign_dbdome.ps1
signtool + dbdome_cert.pfx
SHA-256 + RFC3161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971800"/>
            <a:ext cx="18288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94560"/>
            <a:ext cx="2148840" cy="155448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400" b="1" i="0">
                <a:solidFill>
                  <a:srgbClr val="0E2A47"/>
                </a:solidFill>
                <a:latin typeface="Segoe UI"/>
              </a:rPr>
              <a:t>Stage payloads</a:t>
            </a:r>
          </a:p>
          <a:p>
            <a:pPr algn="ctr"/>
            <a:r>
              <a:rPr sz="1150" b="0" i="0">
                <a:solidFill>
                  <a:srgbClr val="0E2A47"/>
                </a:solidFill>
                <a:latin typeface="Segoe UI"/>
              </a:rPr>
              <a:t>deploy_all_three.ps1 →
dbdome_update\ + dbdome_setup\
bin (no services)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0" y="2971800"/>
            <a:ext cx="18288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59" y="2194560"/>
            <a:ext cx="2148840" cy="155448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Package installers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dbdome_setup.exe /
dbdome_update.exe
(sign the installers too)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80" y="2971800"/>
            <a:ext cx="182879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84080" y="2194560"/>
            <a:ext cx="2148840" cy="155448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Deploy live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stop → swap _internal+exes →
start → health check
C:\ProgramData\DBDOME\bin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199" y="2971800"/>
            <a:ext cx="182881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Signed once, trusted everywhere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the same signed dist_rd feeds the live install and both package payloads — customers receive already-signed binaries; the shipped .cer makes them trusted (no “Unknown Publisher”).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Schema follows separately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new SQL migrations are dropped into postgres\install (shipped) and applied by the runtime runscript — no rebuild needed to ship a detection/view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DEPLOY_REDEPLOY.PS1 / DEPLOY_ALL_THREE.PS1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Deploy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Targets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deploy_all_three.ps1 → (1) C:\installs\dbdome_update\dbdome\bin (stage) · (2) C:\installs\dbdome_setup\dbdome\bin (stage) · (3) C:\ProgramData\DBDOME\bin (LIVE). deploy_redeploy.ps1 = live only.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Minimal swap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only _internal + dbdome_dbanalytics.exe + dbdome_service.exe are replaced. bin\.env and third-party binaries (grafana/dbdomeg, nssm, testers) are never touched.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Sequence (live)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Stop-Service DBDOME_scheduler + DBDOME_web → wait for dbdome_service.exe to release file locks (abort if still running) → back up (_internal.bak_&lt;ts&gt;, *.bak_&lt;ts&gt;) → robocopy /E new _internal → copy new exes → Start-Service.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Health gate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Assert-DeployHealthy polls ~60s for both services Running AND :8080 listening; warns + points to dbdome_service.log if a build crashed on startup.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Safety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finally-guard always restarts services even if the swap threw; robocopy exit ≥8 = failure (restore the .bak); full rollback recipe printed at the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ORDERED, IDEMPOTENT SQL MIGRATIONS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Runscript — sql_script_runner.py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Ordering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every *.sql applied in strict case-insensitive FILENAME order; a zero-padded sequence prefix (e.g. 6690_, 7340_) drives sequence.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Run-once vs re-apply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each script is checksummed (line-ending-insensitive SHA-256); runs only when its (filename, checksum) hasn’t succeeded before. A one-shot migration runs once; an edited CREATE OR REPLACE re-applies. Unchanged = cheap no-op.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Ledger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meta.schema_migrations (auto-created): filename, checksum, applied_at, execution_ms, success, error.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Concurrency &amp; atomicity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pg_advisory_lock(727274) serialises concurrent runners (every service startup calls it); each script + its ledger row commit in one transaction.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Fail-open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 failing script is logged + recorded, then the run CONTINUES — one broken view never blocks the rest.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Folder priority (additive, first-wins on name)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SQL_SCRIPTS_DIR → ..\postgres\install → exe\postgres\install → exe\sql_scripts → bundled _internal\sql_scripts → repo\sql_scripts. So shipped (bundled) + operator (postgres\install) migrations feed one ledger.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When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invoked at each service startup and on a daily schedule.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CERTIFICATION/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Signature — Authenticode signing &amp;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Certificate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certification.py generates a self-signed RSA-2048 / SHA-256 code-signing cert (CN=dbdome) → dbdome_cert.{cer,pem,pfx}.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Signing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sign_dbdome.ps1 uses the newest Windows-SDK signtool.exe: sign /f dbdome_cert.pfx /tr &lt;RFC3161 timestamp&gt; /td SHA256 /fd SHA256 — SHA-256 digest + trusted timestamp (survives cert expiry).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What gets signed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the fresh dist_rd build exes, the dbdome_update and dbdome_setup payload exes, AND the two installer executables (dbdome_setup.exe / dbdome_update.exe).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What is NOT signed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third-party binaries (grafana/dbdomeg, nssm) keep their vendors’ signatures — never re-signed.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Trust on the target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the public dbdome_cert.cer ships in bin\certification and the installer imports it into the machine trust stores, so signed DBDOME binaries run without an “Unknown Publisher” prompt.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Verify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signtool verify /pa confirms the chain post-signing; live exes are signed by redeploying the signed dist_rd (they’re locked while services run).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C:\PROGRAMDATA\DBDOME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Runtime after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29184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DBDOME_scheduler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dbdome_service.exe
collectors · detections · GRC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291840" cy="82296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DBDOME_web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dbdome_service.exe
FastAPI :8080 (TLS)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291840" cy="82296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DBDOME_Grafana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dbdomeg-server.exe via NSSM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74519"/>
            <a:ext cx="3108960" cy="13716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PostgreSQL 18.3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DB dbanalytics
dbdome_adm · dbdome_mon_usr
local 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566160"/>
            <a:ext cx="310896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200" b="1" i="0">
                <a:solidFill>
                  <a:srgbClr val="0E2A47"/>
                </a:solidFill>
                <a:latin typeface="Segoe UI"/>
              </a:rPr>
              <a:t>bin\.env</a:t>
            </a:r>
          </a:p>
          <a:p>
            <a:pPr algn="ctr"/>
            <a:r>
              <a:rPr sz="950" b="0" i="0">
                <a:solidFill>
                  <a:srgbClr val="0E2A47"/>
                </a:solidFill>
                <a:latin typeface="Segoe UI"/>
              </a:rPr>
              <a:t>PG_* · DBDOME_SECRET_KEY · ORG_IP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74519"/>
            <a:ext cx="3108960" cy="137160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36576" rIns="36576"/>
          <a:lstStyle/>
          <a:p>
            <a:pPr algn="ctr"/>
            <a:r>
              <a:rPr sz="1200" b="1" i="0">
                <a:solidFill>
                  <a:srgbClr val="0E2A47"/>
                </a:solidFill>
                <a:latin typeface="Segoe UI"/>
              </a:rPr>
              <a:t>sql_script_runner</a:t>
            </a:r>
          </a:p>
          <a:p>
            <a:pPr algn="ctr"/>
            <a:r>
              <a:rPr sz="950" b="0" i="0">
                <a:solidFill>
                  <a:srgbClr val="0E2A47"/>
                </a:solidFill>
                <a:latin typeface="Segoe UI"/>
              </a:rPr>
              <a:t>startup + daily →
meta.schema_migrations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560319"/>
            <a:ext cx="731520" cy="0"/>
          </a:xfrm>
          <a:prstGeom prst="line">
            <a:avLst/>
          </a:prstGeom>
          <a:ln w="22225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Two DBDOME services from one exe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dbdome_service.exe registers DBDOME_web and DBDOME_scheduler; DBDOME_Grafana is dbdomeg-server.exe wrapped by NSSM.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State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all in the local PostgreSQL 18.3 (dbanalytics); secrets in bin\.env (read by the exes next to them); migrations reconciled every startup.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WHERE THINGS LIVE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Targets &amp; artifacts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800"/>
                <a:gridCol w="2874960"/>
                <a:gridCol w="1916640"/>
                <a:gridCol w="278784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54864" marR="54864" marT="18288" marB="18288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anchor="ctr" marL="54864" marR="54864" marT="18288" marB="18288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Services?</a:t>
                      </a:r>
                    </a:p>
                  </a:txBody>
                  <a:tcPr anchor="ctr" marL="54864" marR="54864" marT="18288" marB="18288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Updated by</a:t>
                      </a:r>
                    </a:p>
                  </a:txBody>
                  <a:tcPr anchor="ctr" marL="54864" marR="54864" marT="18288" marB="18288">
                    <a:solidFill>
                      <a:srgbClr val="0E2A47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38"/>
                          </a:solidFill>
                          <a:latin typeface="Segoe UI"/>
                        </a:rPr>
                        <a:t>C:\dev\...\dist_rd\dbdome_dbanalytics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fresh PyInstaller build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build + sign_dbdome.ps1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38"/>
                          </a:solidFill>
                          <a:latin typeface="Segoe UI"/>
                        </a:rPr>
                        <a:t>C:\installs\dbdome_setup\dbdome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full-install payload (+ PG/ODBC/Oracle/backup)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deploy_all_three.ps1 (stage)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38"/>
                          </a:solidFill>
                          <a:latin typeface="Segoe UI"/>
                        </a:rPr>
                        <a:t>C:\installs\dbdome_update\dbdome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incremental-update payload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deploy_all_three.ps1 (stage)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38"/>
                          </a:solidFill>
                          <a:latin typeface="Segoe UI"/>
                        </a:rPr>
                        <a:t>C:\ProgramData\DBDOME\bin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LIVE runtime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web · scheduler · Grafana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deploy_redeploy / all_three (live)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38"/>
                          </a:solidFill>
                          <a:latin typeface="Segoe UI"/>
                        </a:rPr>
                        <a:t>PostgreSQL 18.3 · dbanalytics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state store + catalog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(PG service)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installer restore + runscript</a:t>
                      </a:r>
                    </a:p>
                  </a:txBody>
                  <a:tcPr anchor="ctr" marL="54864" marR="54864" marT="18288" marB="18288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Golden rule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binaries flow build → sign → (stage payloads + live); schema flows postgres\install (+ bundled) → runscript → meta.schema_migrations. bin\.env is never overwritten by deploy.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REFERENCE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Operational safety, rollback &amp; key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Setup  ·  Install · Deploy · Runscript ·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Deploy safety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abort if dbdome_service.exe still holds file locks; per-target timestamped backups; robocopy exit-code check; health gate on services + :8080; finally-guard restart; printed rollback recipe.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Runscript safety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advisory-locked single runner; per-script transaction atomic with its ledger row; fail-and-continue; unchanged scripts skipped.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Signing safety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trusted RFC3161 timestamp (validity survives cert expiry); third-party binaries never re-signed; .cer trust import scoped to the machine store.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Key files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dbdome_setup/setup.py (13-step installer) · deploy_redeploy.ps1 · deploy_all_three.ps1 · processes/sql_script_runner.py · certification/{certification.py, sign_dbdome.ps1, dbdome_cert.*} · payload postgres\install\ (migrations + dbanalytics_install.backup).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Secrets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 &amp; PFX passwords live only in the operator scripts / host .env — never in the shipped catalog or this document.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