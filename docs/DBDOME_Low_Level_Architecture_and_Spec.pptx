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42816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468880" cy="566928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2000" b="1" i="0">
                <a:solidFill>
                  <a:srgbClr val="0E2A47"/>
                </a:solidFill>
                <a:latin typeface="Segoe UI"/>
              </a:rPr>
              <a:t>DBDOME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070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dbanalytics service</a:t>
            </a:r>
          </a:p>
          <a:p>
            <a:r>
              <a:rPr sz="2700" b="0" i="0">
                <a:solidFill>
                  <a:srgbClr val="E8EEF4"/>
                </a:solidFill>
                <a:latin typeface="Segoe UI"/>
              </a:rPr>
              <a:t>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400" b="1" i="0">
                <a:solidFill>
                  <a:srgbClr val="1FB6B6"/>
                </a:solidFill>
                <a:latin typeface="Segoe UI"/>
              </a:rPr>
              <a:t>Database Activity Monitoring · DB Health · Governance, Risk &amp; Compliance</a:t>
            </a:r>
          </a:p>
          <a:p>
            <a:r>
              <a:rPr sz="1400" b="0" i="0">
                <a:solidFill>
                  <a:srgbClr val="E8EEF4"/>
                </a:solidFill>
                <a:latin typeface="Segoe UI"/>
              </a:rPr>
              <a:t>Python appliance (FastAPI + APScheduler) · PostgreSQL catalog · Grafana · Mail / SIEM / Cloud ingest</a:t>
            </a:r>
          </a:p>
          <a:p>
            <a:r>
              <a:rPr sz="1400" b="0" i="0">
                <a:solidFill>
                  <a:srgbClr val="E8EEF4"/>
                </a:solidFill>
                <a:latin typeface="Segoe UI"/>
              </a:rPr>
              <a:t>Multi-vendor: SQL Server · Oracle · PostgreSQL · MySQL · MariaDB · ClickHouse · Informix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00" b="0" i="0">
                <a:solidFill>
                  <a:srgbClr val="536474"/>
                </a:solidFill>
                <a:latin typeface="Segoe UI"/>
              </a:rPr>
              <a:t>by dbexpert.ai   ·   Technical deck generated from the live codebase &amp; PostgreSQL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EXECUTIVE SUMMARY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What DBDOME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Purpose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an on-prem/appliance platform that continuously monitors production databases for security threats (DAM), health/performance issues, and compliance posture — then alerts, reports, and can auto-remediate.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Single process, two faces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dbdome_main.py runs a FastAPI web/API app and an APScheduler background scheduler in one process; packaged as a Windows service.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PostgreSQL is the brain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one local PostgreSQL instance (21 schemas) stores registered targets, collected metrics, the encrypted detection catalog, alerts/incidents, audit trail, and all configuration.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Detection catalog (rootcause)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hundreds of per-vendor detections organised as domains → areas → issues → root causes; SQL logic encrypted at rest.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Egress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Grafana dashboards, SMTP mail, SIEM (CEF/LEEF/RFC5424/JSON over UDP/TCP/TLS/HTTP), and an optional multi-tenant cloud ingest API.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GRC built in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masking/tokenization, firewall/blocker, SoD, DDL &amp; privilege audit, retention, tamper-evident hash-chain, and DAM compliance scorecards (PCI-DSS/HIPAA/GDPR/SOC 2/DPDPA/IRDAI/RBI/CERT-In).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HOW IT CONNECTS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System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468880" cy="50292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Monitored 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4688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0" i="0">
                <a:solidFill>
                  <a:srgbClr val="1B2A38"/>
                </a:solidFill>
                <a:latin typeface="Segoe UI"/>
              </a:rPr>
              <a:t>SQL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24328"/>
            <a:ext cx="24688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0" i="0">
                <a:solidFill>
                  <a:srgbClr val="1B2A38"/>
                </a:solidFill>
                <a:latin typeface="Segoe UI"/>
              </a:rPr>
              <a:t>Oracle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91256"/>
            <a:ext cx="24688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0" i="0">
                <a:solidFill>
                  <a:srgbClr val="1B2A38"/>
                </a:solidFill>
                <a:latin typeface="Segoe UI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58183"/>
            <a:ext cx="24688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0" i="0">
                <a:solidFill>
                  <a:srgbClr val="1B2A38"/>
                </a:solidFill>
                <a:latin typeface="Segoe UI"/>
              </a:rPr>
              <a:t>MySQL / MariaDB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25112"/>
            <a:ext cx="24688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1F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0" i="0">
                <a:solidFill>
                  <a:srgbClr val="1B2A38"/>
                </a:solidFill>
                <a:latin typeface="Segoe UI"/>
              </a:rPr>
              <a:t>ClickHouse / Informix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103120"/>
            <a:ext cx="2743200" cy="237744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500" b="1" i="0">
                <a:solidFill>
                  <a:srgbClr val="0E2A47"/>
                </a:solidFill>
                <a:latin typeface="Segoe UI"/>
              </a:rPr>
              <a:t>DBDOME appliance</a:t>
            </a:r>
          </a:p>
          <a:p>
            <a:pPr algn="ctr"/>
            <a:r>
              <a:rPr sz="1250" b="0" i="0">
                <a:solidFill>
                  <a:srgbClr val="0E2A47"/>
                </a:solidFill>
                <a:latin typeface="Segoe UI"/>
              </a:rPr>
              <a:t>Collectors · Detection engine
Analysis agents · Scheduler
FastAPI web/API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709160"/>
            <a:ext cx="2468880" cy="96012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PostgreSQL catalog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21 schemas · metrics/monitoring
rootcause/alerts/log/config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828800"/>
            <a:ext cx="2651760" cy="5486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Grafana dashboards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542032"/>
            <a:ext cx="2651760" cy="5486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SMTP mail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255264"/>
            <a:ext cx="2651760" cy="5486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SIEM (CEF/LEEF/syslog)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968496"/>
            <a:ext cx="2651760" cy="5486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Tenant cloud Ingest 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2286000"/>
            <a:ext cx="1051559" cy="1005840"/>
          </a:xfrm>
          <a:prstGeom prst="line">
            <a:avLst/>
          </a:prstGeom>
          <a:ln w="1587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26080" y="2852928"/>
            <a:ext cx="1051559" cy="438912"/>
          </a:xfrm>
          <a:prstGeom prst="line">
            <a:avLst/>
          </a:prstGeom>
          <a:ln w="1587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926080" y="3291840"/>
            <a:ext cx="1051559" cy="128016"/>
          </a:xfrm>
          <a:prstGeom prst="line">
            <a:avLst/>
          </a:prstGeom>
          <a:ln w="1587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26080" y="3291840"/>
            <a:ext cx="1051559" cy="694943"/>
          </a:xfrm>
          <a:prstGeom prst="line">
            <a:avLst/>
          </a:prstGeom>
          <a:ln w="1587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26080" y="3291840"/>
            <a:ext cx="1051559" cy="1261872"/>
          </a:xfrm>
          <a:prstGeom prst="line">
            <a:avLst/>
          </a:prstGeom>
          <a:ln w="1587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720839" y="2103120"/>
            <a:ext cx="2331721" cy="1188720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720839" y="2816352"/>
            <a:ext cx="2331721" cy="475488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20839" y="3291840"/>
            <a:ext cx="2331721" cy="237744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20839" y="3291840"/>
            <a:ext cx="2331721" cy="950976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49239" y="4480560"/>
            <a:ext cx="1" cy="228600"/>
          </a:xfrm>
          <a:prstGeom prst="line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50" b="0" i="1">
                <a:solidFill>
                  <a:srgbClr val="536474"/>
                </a:solidFill>
                <a:latin typeface="Segoe UI"/>
              </a:rPr>
              <a:t>Agentless: collectors connect out to targets over native drivers (pyodbc / psycopg2 / oracledb / pymysql); nothing is installed on the monitored DB hosts.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COMPONENTS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Layered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25880"/>
            <a:ext cx="9052560" cy="658368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  Web / API &amp; Grafana</a:t>
            </a:r>
            <a:r>
              <a:rPr sz="1100" b="0" i="0">
                <a:solidFill>
                  <a:srgbClr val="E8EEF4"/>
                </a:solidFill>
                <a:latin typeface="Segoe UI"/>
              </a:rPr>
              <a:t>     http_server.py (FastAPI, ~198 routes) · uvicorn+TLS · Grafana (data-driven) · Playwright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75688"/>
            <a:ext cx="9052560" cy="658368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  Alerting &amp; delivery</a:t>
            </a:r>
            <a:r>
              <a:rPr sz="1100" b="0" i="0">
                <a:solidFill>
                  <a:srgbClr val="E8EEF4"/>
                </a:solidFill>
                <a:latin typeface="Segoe UI"/>
              </a:rPr>
              <a:t>     alert_dispatcher (daemon queue) · alert_helper · SMTP · SIEM senders · metrics_api_sender → ingest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825496"/>
            <a:ext cx="9052560" cy="65836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  Analysis agents</a:t>
            </a:r>
            <a:r>
              <a:rPr sz="1100" b="0" i="0">
                <a:solidFill>
                  <a:srgbClr val="E8EEF4"/>
                </a:solidFill>
                <a:latin typeface="Segoe UI"/>
              </a:rPr>
              <a:t>     rootcause_explainer · anomaly_agent · execution_plan_agent · self_activity · user_risk · autoencoder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575304"/>
            <a:ext cx="9052560" cy="658368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  Detection engine (rootcause)</a:t>
            </a:r>
            <a:r>
              <a:rPr sz="1100" b="0" i="0">
                <a:solidFill>
                  <a:srgbClr val="E8EEF4"/>
                </a:solidFill>
                <a:latin typeface="Segoe UI"/>
              </a:rPr>
              <a:t>     detection_tree_builder / _executor · catalog collector hot path · encrypted content (enc/dec)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325112"/>
            <a:ext cx="9052560" cy="658368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  Collection</a:t>
            </a:r>
            <a:r>
              <a:rPr sz="1100" b="0" i="0">
                <a:solidFill>
                  <a:srgbClr val="E8EEF4"/>
                </a:solidFill>
                <a:latin typeface="Segoe UI"/>
              </a:rPr>
              <a:t>     collect_metrics orchestrator · dedicated + per-vendor generic collectors · ThreadPoolExecutor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25880"/>
            <a:ext cx="2103120" cy="3739896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FB6B6"/>
                </a:solidFill>
                <a:latin typeface="Segoe UI"/>
              </a:rPr>
              <a:t>Scheduler
</a:t>
            </a:r>
            <a:r>
              <a:rPr sz="1100" b="0" i="0">
                <a:solidFill>
                  <a:srgbClr val="FFFFFF"/>
                </a:solidFill>
                <a:latin typeface="Segoe UI"/>
              </a:rPr>
              <a:t>dbdome_main
APScheduler
config_watcher (30s)
registered_processes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30368"/>
            <a:ext cx="11338560" cy="56692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PostgreSQL state store   ·   metrics · monitoring · rootcause · alerts · log · config · jobs ·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50" b="0" i="1">
                <a:solidFill>
                  <a:srgbClr val="536474"/>
                </a:solidFill>
                <a:latin typeface="Segoe UI"/>
              </a:rPr>
              <a:t>Cross-cutting: utils/ (config_dotenv, secrets_crypto, ssl_cert, alert_resultset, oracle_client, log4dbexpert).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SCHEDULER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Runtime &amp; process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Entry points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dbdome_main.py starts uvicorn (FastAPI http_server:app) + APScheduler BackgroundScheduler in one process; dbdome_service.py wraps it as a Windows service. Flags: --web-only / --scheduler-only / --port (8080).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Dynamic jobs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config_watcher runs every 30s → reads metrics.registered_processes WHERE is_active (name, interval) and adds/removes/reschedules jobs live — no restart. Name→callable via job_operation_scheduler.get_function_by_name().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Job policy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max_instances=1, coalesce=True, misfire_grace_time=60.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Hard-coded scheduler jobs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log_rotation · grc_firewall_scan · retention &amp; enforcement · compliance_reports daily/weekly · user_risk_scoring · sync_masking_rules · threat_response · ddl_audit / privilege_change / sod / tls / vulnerability scans · sql_script_runner · dedup_metric_results.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Collection loops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6 category entrypoints in collect_metrics.py: operation · _sec · _perf · _hlth · _other · _critical.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Delivery worker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alerts/alert_dispatcher.py — one daemon thread drains a bounded queue so slow mail/SIEM never blocks the collection hot path. Graceful SIGTERM/SIGINT handlers.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METRIC ACQUISITION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Collection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Orchestrator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collection/collect_metrics.py reads metrics.v_servers_routines_active (server, creds, driver, routine, interval, port, oracle_dsn, auth_type, service_name).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Dispatch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_dispatch_full_row() matches routine_name → collector, run under a ThreadPoolExecutor (DBEXPERT_COLLECTOR_PARALLELISM, default 8). On success → jobs.job_handler.job_update_next_run_time + job_history_write.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Two collector families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Dedicated MSSQL collectors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collection/mssql/* (active_sessions, tcp_connection, network_io, database_performance, sql_injection, sensitive_data, privileged_logins, latency, event_session, hardening…).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Per-vendor generic (catalog-driven)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monitoring_metrics_&lt;vendor&gt;_generic_query.py — run the rootcause detection views for every active root cause.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Drivers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MSSQL → pyodbc (ODBC Driver 18/17); PostgreSQL → psycopg2; Oracle → utils/oracle_client; MySQL/MariaDB → pymysql; ClickHouse/Informix → generic modules.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Secrets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monitored-DB passwords stored Fernet-encrypted (enc:v1:) and decrypted at connect time via utils.secrets_crypto.decrypt_secret.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VENDOR_SLUG DISPATCH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Vendor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Active SQL vendors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sqlserver · oracle · postgresql · mysql · mariadb (ACTIVE_VENDORS); plus clickhouse, informix, vertica registered in rootcause.vendors.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vendor_slug is the dispatch key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present on metrics.servers.db_vendor, rootcause.detection_steps.vendor_slug and detection_paths.vendor_slug — so every root cause carries per-vendor detection SQL.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Catalog also lists non-SQL engines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document (mongodb/couchbase), key-value (redis), vector (chromadb/milvus/qdrant/weaviate), cloud PG (neon/supabase), and dbanalytics (self).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1188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720"/>
                <a:gridCol w="86055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Vendor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Representative detection source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SQL Server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sys.dm_exec_requests / sys.dm_exec_sessions / Extended Events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Oracle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v$session / v$transaction / dba_* / gv$*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PostgreSQL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pg_stat_activity / pg_locks / pg_stat_statements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MySQL / MariaDB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information_schema.PROCESSLIST / performance_schema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ClickHouse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system.* tables via HTTP interface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HOW DETECTIONS RUN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Detection engine — rootcause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1572768" cy="54864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0824" y="1280160"/>
            <a:ext cx="1572768" cy="5486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84248" y="1554480"/>
            <a:ext cx="36576" cy="0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30168" y="1280160"/>
            <a:ext cx="1572768" cy="54864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issues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93592" y="1554480"/>
            <a:ext cx="36576" cy="0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39512" y="1280160"/>
            <a:ext cx="1572768" cy="5486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root_causes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02936" y="1554480"/>
            <a:ext cx="36576" cy="0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48856" y="1280160"/>
            <a:ext cx="1572768" cy="54864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detection_paths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1554480"/>
            <a:ext cx="36576" cy="0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58200" y="1280160"/>
            <a:ext cx="1572768" cy="5486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path_steps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21624" y="1554480"/>
            <a:ext cx="36576" cy="0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67544" y="1280160"/>
            <a:ext cx="1572768" cy="54864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detection_steps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30968" y="1554480"/>
            <a:ext cx="36576" cy="0"/>
          </a:xfrm>
          <a:prstGeom prst="line">
            <a:avLst/>
          </a:prstGeom>
          <a:ln w="19050">
            <a:solidFill>
              <a:srgbClr val="1FB6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2057400"/>
            <a:ext cx="110642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Step spec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detection_steps.content {"sql": …} · expected {"condition":"row_count &gt; 0", description, severity} · parameters (bind thresholds). path_type = diagnostic | authored; per-vendor via vendor_slug.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Path A — catalog collector (hot path)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generic collectors join metrics.v_custom_metrics ↔ rootcause.v_rootcauses, run each root cause's detection view (v_sec_sql_*, hlth_sql_sys_*), compare vs expected → store to monitoring.general_metric_metadata_results (GMMR).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Path B — detection tree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detection_tree_builder (TREE_SQL) + detection_tree_executor walk paths step-by-step per vendor (evaluate_condition on row_count), POST executions to the tenant ingest API.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Advisory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advisories/monitoring_metrics_advisory.py → monitoring.build_flowchart(issue_id) emits per-issue diagnostic flowcharts for the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IP PROTECTION AT REST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Detection content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What is encrypted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detection_steps.content / expected / parameters — the proprietary detection SQL and match logic — stored as an armored PGP message (jsonb string scalar).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Mechanism (pgcrypto)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enc() = armor(pgp_sym_encrypt(val, key, aes256)); dec() (STABLE) decrypts or passes plaintext through; is_encrypted() checks the PGP header.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Auto-encrypt trigger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trg_00_encrypt_detection BEFORE INSERT/UPDATE OF content, expected, parameters — encrypts on write; if the session has no key the row is left as-is (write never blocked). enc() is idempotent.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Per-session key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injected by the app via libpq startup option options=-c rootcause.k=&lt;DBDOME_SECRET_KEY&gt; — same host secret as utils/secrets_crypto; never stored in the catalog, dump, or role settings.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Read path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v_rootcauses and v_issue_decision_tree call dec() so keyed sessions see plaintext; unkeyed sessions get ciphertext/NULL.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Threat model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defeats pg_dump, stolen data files, and read-only monitoring/Grafana roles. Does not defeat a local admin holding the .env key. Migrations 7300 / 7310.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STORAGE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Data model — 21 PostgreSQL schemas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1106423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3983126"/>
                <a:gridCol w="1770278"/>
                <a:gridCol w="3761841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Schema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Holds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Schema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Holds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metrics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servers, custom metrics, thresholds, masking logs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web / users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app users, tokens, RBAC, UI audit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monitoring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GMMR results, views, resultset funcs, scorecards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widget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dashboard/report builder metadata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rootcause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encrypted detection/resolution catalog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reports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html_reports, pdf_reports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public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legacy mirror of the catalog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siem / siem_config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SIEM interface config, IPS events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alerts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alert_log (partitioned), incidents, blocks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meta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schema_migrations ledger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log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immutable audit + compliance views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analysis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suppression rules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config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global params, mail/SIEM, masking, GRC policy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flowchart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issue flowchart visual objects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jobs / processes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scheduler jobs, orchestration, orgs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monitoring_history / action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historic results, action types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38"/>
                          </a:solidFill>
                          <a:latin typeface="Segoe UI"/>
                        </a:rPr>
                        <a:t>threats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>login/session/object/metric threats (+history)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A3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TARGETS &amp; RESULTS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Key tables — metrics &amp;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metrics.servers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registered monitored DBs: server/db/username, password (Fernet enc:v1:), driver, port, db_vendor, db_version, auth_type, service_name, server_id (uuid).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metrics thresholds matrix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thresholds · metrics_thresholds · servers_thresholds · server_metrics_thresholds · routines_thresholds.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metrics.sensitive_columns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catalogued PII/sensitive columns; feeds masking &amp; tokenization (masking_log, masking_tokens, encryption_log).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monitoring.general_metric_metadata_results (GMMR)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central result store; metric_name = root_cause_id, metric_metadata, metric_metadata_vs_expected; RANGE-partitioned by month (gmmr_YYYY_MM + gmmr_default).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monitoring result/analytics tables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active_sessions, active_transactions (+locks/long_queries), database_performance, os_memory, tcp_connections, privileged_logins, weak_passwords.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monitoring views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v_dam_compliance_scorecard, v_dam_regulation_score, v_custom_metrics, v_dbanalytics_alert.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CATALOG &amp; FIRING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Key tables — rootcause &amp;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rootcause catalog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domains → areas → issues → root_causes (codes e.g. PERF-SQL-QE-001-RC01); detection_paths (vendor_slug, path_type, is_active, min/max_version, superseded_by_id) → detection_path_steps → detection_steps.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resolution &amp; decision trees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resolution_paths/_steps; issue_decision_trees/_nodes (gate_detection_step_id, on_match_rc_id, terminate/drill).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decrypting views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v_rootcauses, v_issue_decision_tree (call dec()).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alerts.alert_log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raw firing log; TWO-LEVEL partitioned: RANGE(entry_date) monthly → HASH(root_cause_id) MOD 4 (+ hash-subpartitioned DEFAULT). PK (row_id, entry_date, root_cause_id). Columns: server, risk_level, metadata, metric_query, login_name.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alerts.alert_incidents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durable open→resolved lifecycle (opened_at/last_seen_at, occurrences, resolved_by/type); unique-open index per (server, root_cause_id).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alerts.alert_lifecycle_config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per-severity auto-resolve (critical never; medium 48h; low 24h; default 72h). Also mail_alert_log, blocks/blocker_log.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COMPLIANCE &amp; CONFIGURATION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Key tables — log (audit) &amp;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log — immutable audit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operation_log · ddl_audit_log · firewall_audit_log · security_incidents · incidents (+capa/timeline) · cross_border_transfers · attestations · access_review_* · sod_violations · threat_response_log.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log — tamper evidence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hash_chain_checkpoints (hash-chained, tamper-evident audit).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log — compliance views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v_pci_dss_audit · v_hipaa_audit · v_gdpr_audit · v_soc2_audit; report views v_rpt_gdpr/hipaa/pcidss/soc2_*, v_ddl_high_risk, v_blocked_events, v_active_threats.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config — runtime configuration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global_params · thresholds · mail_config / mail_groups · webook_alerts · siem · masking rules &amp; tokens · regulation_profiles · retention policies · firewall policies · sod_rules · threat_response_playbooks · blocked IPs · data_regions · transfer_agreements · risk_register.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SCALE &amp; RETENTION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Partitioning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212080" cy="50292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monitoring.general_metric_metadata_results (GMMR)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645920" cy="82296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 i="0">
                <a:solidFill>
                  <a:srgbClr val="0E2A47"/>
                </a:solidFill>
                <a:latin typeface="Segoe UI"/>
              </a:rPr>
              <a:t>RANGE
by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920240"/>
            <a:ext cx="3246120" cy="411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0" i="0">
                <a:solidFill>
                  <a:srgbClr val="1B2A38"/>
                </a:solidFill>
                <a:latin typeface="Segoe UI"/>
              </a:rPr>
              <a:t>gmmr_2025_06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423160"/>
            <a:ext cx="3246120" cy="411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0" i="0">
                <a:solidFill>
                  <a:srgbClr val="1B2A38"/>
                </a:solidFill>
                <a:latin typeface="Segoe UI"/>
              </a:rPr>
              <a:t>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926080"/>
            <a:ext cx="3246120" cy="411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0" i="0">
                <a:solidFill>
                  <a:srgbClr val="1B2A38"/>
                </a:solidFill>
                <a:latin typeface="Segoe UI"/>
              </a:rPr>
              <a:t>gmmr_2027_06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429000"/>
            <a:ext cx="3246120" cy="4114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50" b="0" i="0">
                <a:solidFill>
                  <a:srgbClr val="1B2A38"/>
                </a:solidFill>
                <a:latin typeface="Segoe UI"/>
              </a:rPr>
              <a:t>gmmr_default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5212080" cy="50292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alerts.alert_log (two-level)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1828800" cy="82296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200" b="1" i="0">
                <a:solidFill>
                  <a:srgbClr val="0E2A47"/>
                </a:solidFill>
                <a:latin typeface="Segoe UI"/>
              </a:rPr>
              <a:t>RANGE
by entry_date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011680"/>
            <a:ext cx="1828800" cy="82296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 i="0">
                <a:solidFill>
                  <a:srgbClr val="0E2A47"/>
                </a:solidFill>
                <a:latin typeface="Segoe UI"/>
              </a:rPr>
              <a:t>HASH
root_cause_id
MOD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440" y="1920240"/>
            <a:ext cx="1234440" cy="38404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0" i="0">
                <a:solidFill>
                  <a:srgbClr val="1B2A38"/>
                </a:solidFill>
                <a:latin typeface="Segoe UI"/>
              </a:rPr>
              <a:t>hash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377440"/>
            <a:ext cx="1234440" cy="38404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0" i="0">
                <a:solidFill>
                  <a:srgbClr val="1B2A38"/>
                </a:solidFill>
                <a:latin typeface="Segoe UI"/>
              </a:rPr>
              <a:t>hash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78440" y="2834640"/>
            <a:ext cx="1234440" cy="38404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0" i="0">
                <a:solidFill>
                  <a:srgbClr val="1B2A38"/>
                </a:solidFill>
                <a:latin typeface="Segoe UI"/>
              </a:rPr>
              <a:t>hash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291840"/>
            <a:ext cx="1234440" cy="384048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000" b="0" i="0">
                <a:solidFill>
                  <a:srgbClr val="1B2A38"/>
                </a:solidFill>
                <a:latin typeface="Segoe UI"/>
              </a:rPr>
              <a:t>hash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1106424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GMMR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monthly RANGE partitions with create-ahead + drop-old maintenance → monitoring.gmmr_maintain(keep_months, ahead_months); SECURITY DEFINER (6700); attach fix (7320). gmmr_upsert_latest trigger.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alert_log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RANGE(entry_date) monthly, each month HASH-subpartitioned MOD 4 on root_cause_id, plus a hash-subpartitioned DEFAULT month → alerts.alert_log_maintain(keep=12, ahead=3). Migration 7340.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Why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bounded scans on hot recent windows, cheap retention by dropping whole partitions, and even write distribution across root causes.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BEYOND RULE MATCHING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Analysis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870"/>
                <a:gridCol w="8350369"/>
              </a:tblGrid>
              <a:tr h="6792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Agent (analysis/)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rootcause_explainer.py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Feeds a v_rootcauses row (SQL + condition + resolution) to Claude → DBA/auditor/exec remediation narrative; caches to analysis.rc_explanations.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anomaly_agent.py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z-score anomaly over transaction captures (CPU / duration / after-hours) → maps to a root cause, stores finding + raises alert_log (dry-run unless --commit).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execution_plan_agent.py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For PERF-SQL-TX-010-RC02 captures: parse plan XML (monitoring.parse_execution_plan), rank costliest operators + missing-index recs, write plan_analysis back.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self_activity_agent.py (+ filter)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Finds permanent false alarms → proposes analysis.suppression_rules; the deterministic filter enforces them on the hot path.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analyse_user_risk.py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Per-login risk scoring (run_user_risk_scoring).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B2A38"/>
                          </a:solidFill>
                          <a:latin typeface="Segoe UI"/>
                        </a:rPr>
                        <a:t>ai/Autoencoder_v1.py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B2A38"/>
                          </a:solidFill>
                          <a:latin typeface="Segoe UI"/>
                        </a:rPr>
                        <a:t>ML autoencoder model for SQL anomaly detection.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FROM DETECTION TO CLOSURE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Alerting &amp; incident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572768" cy="86868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 i="0">
                <a:solidFill>
                  <a:srgbClr val="0E2A47"/>
                </a:solidFill>
                <a:latin typeface="Segoe UI"/>
              </a:rPr>
              <a:t>Detection
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463040"/>
            <a:ext cx="1572768" cy="86868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alert_log
(insert)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38528" y="1897380"/>
            <a:ext cx="27432" cy="0"/>
          </a:xfrm>
          <a:prstGeom prst="line">
            <a:avLst/>
          </a:prstGeom>
          <a:ln w="1905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463040"/>
            <a:ext cx="1572768" cy="8686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 i="0">
                <a:solidFill>
                  <a:srgbClr val="0E2A47"/>
                </a:solidFill>
                <a:latin typeface="Segoe UI"/>
              </a:rPr>
              <a:t>dedup
mail_alert_log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38728" y="1897380"/>
            <a:ext cx="27432" cy="0"/>
          </a:xfrm>
          <a:prstGeom prst="line">
            <a:avLst/>
          </a:prstGeom>
          <a:ln w="1905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463040"/>
            <a:ext cx="1572768" cy="86868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incident
open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38928" y="1897380"/>
            <a:ext cx="27432" cy="0"/>
          </a:xfrm>
          <a:prstGeom prst="line">
            <a:avLst/>
          </a:prstGeom>
          <a:ln w="1905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66560" y="1463040"/>
            <a:ext cx="1572768" cy="86868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webook_alerts
gate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39128" y="1897380"/>
            <a:ext cx="27432" cy="0"/>
          </a:xfrm>
          <a:prstGeom prst="line">
            <a:avLst/>
          </a:prstGeom>
          <a:ln w="1905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66760" y="1463040"/>
            <a:ext cx="1572768" cy="86868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deliver
mail / SIEM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39328" y="1897380"/>
            <a:ext cx="27432" cy="0"/>
          </a:xfrm>
          <a:prstGeom prst="line">
            <a:avLst/>
          </a:prstGeom>
          <a:ln w="1905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66960" y="1463040"/>
            <a:ext cx="1572768" cy="86868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auto-
resolve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39528" y="1897380"/>
            <a:ext cx="27432" cy="0"/>
          </a:xfrm>
          <a:prstGeom prst="line">
            <a:avLst/>
          </a:prstGeom>
          <a:ln w="19050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2651760"/>
            <a:ext cx="1106424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Trigger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 matched detection writes alerts.alert_log (server, root_cause_id, risk_level, metadata, login_name); AFTER INSERT trigger opens/refreshes an alerts.alert_incidents row.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De-duplication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alerts.mail_alert_log enforces “once per hour” per (server, root_cause_id).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Authorization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config.webook_alerts (domain_code + risk_level) decides mail/SIEM eligibility; recipients from config.mail_config + mail_groups.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Canonical payload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utils/alert_resultset.fetch_alert_resultset → monitoring.get_alert_log_resultset_byid(row_id): UI, mail, and SIEM all render the exact same rows.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Closure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alerts.resolve_incident / resolve_incident_ui (manual) and auto_resolve_incidents per alert_lifecycle_config; excluded-login alerts skipped (7290).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EGRESS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Delivery &amp; SIEM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Off-thread dispatch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collectors call alerts.alert_dispatcher.dispatch(fn, …) (fire-and-forget, bounded queue, one daemon worker).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Mail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email_utils/smtp_email_sender.py — alert mail (with/without attachment) and scheduled report delivery.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Generic SIEM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siem/generic/syslog_sender.siem_send_all — formats × transports below; config via config.siem service_name = "&lt;format&gt;:&lt;transport&gt;".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429000"/>
          <a:ext cx="110642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332"/>
                <a:gridCol w="1975757"/>
                <a:gridCol w="3556362"/>
                <a:gridCol w="3358787"/>
              </a:tblGrid>
              <a:tr h="11887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Formats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Transports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Vendor defaults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Dedicated senders</a:t>
                      </a:r>
                    </a:p>
                  </a:txBody>
                  <a:tcPr marL="54864" marR="54864" marT="18288" marB="18288" anchor="ctr">
                    <a:solidFill>
                      <a:srgbClr val="0E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B2A38"/>
                          </a:solidFill>
                          <a:latin typeface="Segoe UI"/>
                        </a:rPr>
                        <a:t>CEF · LEEF
RFC5424 · RFC3164
JSON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UDP · TCP
TLS (mutual)
HTTP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splunk → cef/tcp (HEC http)
qradar → leef/tcp
sentinel/arcsight → cef/tcp
elastic → json/tcp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A38"/>
                          </a:solidFill>
                          <a:latin typeface="Segoe UI"/>
                        </a:rPr>
                        <a:t>rapid · crowdstrike · wazuh
fortianalyzer (inbound IPS)
metrics_api_sender → ingest</a:t>
                      </a:r>
                    </a:p>
                  </a:txBody>
                  <a:tcPr marL="54864" marR="54864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ONE REQUEST PATH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End-to-end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63040"/>
            <a:ext cx="2331720" cy="1234440"/>
          </a:xfrm>
          <a:prstGeom prst="round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0E2A47"/>
                </a:solidFill>
                <a:latin typeface="Segoe UI"/>
              </a:rPr>
              <a:t>1 Schedule</a:t>
            </a:r>
          </a:p>
          <a:p>
            <a:pPr algn="ctr"/>
            <a:r>
              <a:rPr sz="1050" b="0" i="0">
                <a:solidFill>
                  <a:srgbClr val="0E2A47"/>
                </a:solidFill>
                <a:latin typeface="Segoe UI"/>
              </a:rPr>
              <a:t>config_watcher →
registered_processes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331720" cy="12344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 Target read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decrypt creds →
connect → collect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463040"/>
            <a:ext cx="2331720" cy="12344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 Store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→ GMMR
(metric results)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463040"/>
            <a:ext cx="2331720" cy="12344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0E2A47"/>
                </a:solidFill>
                <a:latin typeface="Segoe UI"/>
              </a:rPr>
              <a:t>4 Evaluate</a:t>
            </a:r>
          </a:p>
          <a:p>
            <a:pPr algn="ctr"/>
            <a:r>
              <a:rPr sz="1050" b="0" i="0">
                <a:solidFill>
                  <a:srgbClr val="0E2A47"/>
                </a:solidFill>
                <a:latin typeface="Segoe UI"/>
              </a:rPr>
              <a:t>row_count vs
expected = 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3383280"/>
            <a:ext cx="2331720" cy="123444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 Authorize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webook_alerts
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83280"/>
            <a:ext cx="2331720" cy="12344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6 Payload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get_alert_log_
resultset_byid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383280"/>
            <a:ext cx="2331720" cy="123444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7 Deliver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mail · SIEM ·
ingest (off-thread)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83280"/>
            <a:ext cx="2331720" cy="1234440"/>
          </a:xfrm>
          <a:prstGeom prst="roundRect">
            <a:avLst/>
          </a:prstGeom>
          <a:solidFill>
            <a:srgbClr val="143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8 Dashboard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Grafana views →
auto-resolve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080260"/>
            <a:ext cx="685800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2080260"/>
            <a:ext cx="685800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2080260"/>
            <a:ext cx="685800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629900" y="2697480"/>
            <a:ext cx="0" cy="685800"/>
          </a:xfrm>
          <a:prstGeom prst="line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46520" y="4000500"/>
            <a:ext cx="5349240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429000" y="4000500"/>
            <a:ext cx="5349240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11480" y="4000500"/>
            <a:ext cx="5349240" cy="0"/>
          </a:xfrm>
          <a:prstGeom prst="line">
            <a:avLst/>
          </a:prstGeom>
          <a:ln w="22225">
            <a:solidFill>
              <a:srgbClr val="536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5029200"/>
            <a:ext cx="113385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150" b="0" i="1">
                <a:solidFill>
                  <a:srgbClr val="536474"/>
                </a:solidFill>
                <a:latin typeface="Segoe UI"/>
              </a:rPr>
              <a:t>Components: collect_metrics · secrets_crypto · monitoring.general_metric_metadata_results · alert_log / alert_incidents · config.webook_alerts · utils/alert_resultset · alert_dispatcher → smtp/siem/metrics_api_sender · Grafana + alert_auto_resolve.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INTERFACES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Web / HTTP API &amp;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FastAPI — http_server.py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~198 routes served by uvicorn with TLS (utils/ssl_cert).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Config UI/forms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/serverform · /processform · /siem_configuration · /custom_metrics · /mailconfiguration · /alert_rules · /alert_thresholds · /global_params · /exclude_logins · /app_login_guard.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Print/report ops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/api/print-panel · /api/email-panel · /capture_report · /report_schedule (+toggle) · /dam_report · /api/print-dam.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Ops endpoints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POST /api/mailconfiguration/test · /api/ssl/status|upload|revert · /api/alerts/incidents|open|log/{id} · /api/resolve-incident · /api/ips/* · /api/retention/* · /api/blocker/*.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Data protection &amp; GRC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/dp_* mask/anonymize/tokenize · /mask_column · /encrypt_column · /grc/policies|audit-log|compliance-reports|risk-dashboard.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Grafana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runs as a separate service (DBDOME_Grafana, watched by internal_health_monitor); dashboards are data-driven off the monitoring/alerts views.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Authoring &amp; capture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panel JSON from widgets/monitoring_dashboard_widget_export.py + pattern builders; PDF/PNG capture via Playwright (print_utils/dasboard_capture.py).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TRUST BOUNDARIES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Security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Secret encryption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utils/secrets_crypto.py — Fernet (AES-128-CBC + HMAC), values prefixed enc:v1:; key DBDOME_SECRET_KEY in host .env (outside DB). Protects metrics.servers.password + SMTP password.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Detection-catalog encryption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pgcrypto-encrypted rootcause content, per-session key (see encryption slide).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TLS &amp; code signing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certification/certification.py generates self-signed RSA-2048/SHA-256 (CN=dbdome), exports .pfx; customer cert upload via /api/ssl; sign_dbdome.ps1.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RBAC (6690)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dbdome_engine = sole principal with rootcause access (owns catalog + views, pg_monitor); dbdome_grafana_ro = read-only, customer schemas only, NO rootcause; transitional mon roles revoked at cutover.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Data protection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column tokenization (SHA2_256, [unencrypted] backup, dry-run switch); dynamic/static masking rules &amp; tokens.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DAM compliance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v_dam_compliance_scorecard (0–100 per control, banded) + v_dam_regulation_score; templates: DAM · DPDPA · IRDAI · RBI · CERT-In; mapped to PCI-DSS/HIPAA/SOX/GDPR/SOC 2; tamper-evident hash-chain audit.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PACKAGING &amp; RUNTIME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Build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Package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PyInstaller onedir — DBDOME_dbanalytics.spec; two exes: dbdome_dbanalytics (console) + dbdome_service (Windows service); entry dbdome_main.py.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Build requirement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MUST be built with the C:\apps\venv314 interpreter (guarantees the correct dependency set, incl. reportlab); force-bundles pywin32 DLLs, psycopg2 native libs, pytz; UPX off; torch/transformers excluded.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Install targets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deploy to C:\ProgramData\DBDOME\bin (preserve bin\.env); packaged for C:\installs\dbdome_setup (full) and C:\installs\dbdome_update (incremental).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Deploy scripts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deploy_redeploy.ps1 / deploy_all_three.ps1; code signing via certification/sign_dbdome.ps1.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Schema at runtime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sql_scripts/ (base_install/ + numbered idempotent migrations, tracked in meta.schema_migrations) applied by the sql_script_runner job on startup + daily.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.env keys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PG_HOST/PORT/USER/PASSWORD/DB · DBDOME_SECRET_KEY · ORG_IP · WEB_SSL_ENABLED · ORACLE_CLIENT_LIB_DIR · GRAFANA_EXE · (config.global_params INGEST_URL/INGEST_API_KEY for cloud push).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1FB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155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100" b="1" i="0">
                <a:solidFill>
                  <a:srgbClr val="1FB6B6"/>
                </a:solidFill>
                <a:latin typeface="Segoe UI"/>
              </a:rPr>
              <a:t>WHERE TO LOOK
</a:t>
            </a:r>
            <a:r>
              <a:rPr sz="2400" b="1" i="0">
                <a:solidFill>
                  <a:srgbClr val="FFFFFF"/>
                </a:solidFill>
                <a:latin typeface="Segoe UI"/>
              </a:rPr>
              <a:t>Spec appendix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850" b="0" i="0">
                <a:solidFill>
                  <a:srgbClr val="536474"/>
                </a:solidFill>
                <a:latin typeface="Segoe UI"/>
              </a:rPr>
              <a:t>DBDOME dbanalytics service  ·  Low-Level Architecture &amp;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36474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Notable functions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monitoring.get_alert_log_resultset_byid(row_id) / get_root_cause_resultset(rc)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canonical alert &amp; RC result rows.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monitoring.gmmr_maintain() / alerts.alert_log_maintain()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partition create-ahead + retention.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monitoring.parse_execution_plan(text|row_id)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SQL Server showplan XML → operator rows.</a:t>
            </a:r>
          </a:p>
          <a:p>
            <a:pPr lvl="1">
              <a:spcBef>
                <a:spcPts val="200"/>
              </a:spcBef>
            </a:pPr>
            <a:r>
              <a:rPr sz="1200" b="1" i="0">
                <a:solidFill>
                  <a:srgbClr val="F5A623"/>
                </a:solidFill>
                <a:latin typeface="Segoe UI"/>
              </a:rPr>
              <a:t>–  </a:t>
            </a:r>
            <a:r>
              <a:rPr sz="1250" b="1" i="0">
                <a:solidFill>
                  <a:srgbClr val="1B2A38"/>
                </a:solidFill>
                <a:latin typeface="Segoe UI"/>
              </a:rPr>
              <a:t>alerts.resolve_incident / resolve_incident_ui / auto_resolve_incidents</a:t>
            </a:r>
            <a:r>
              <a:rPr sz="1250" b="0" i="0">
                <a:solidFill>
                  <a:srgbClr val="1B2A38"/>
                </a:solidFill>
                <a:latin typeface="Segoe UI"/>
              </a:rPr>
              <a:t>  incident lifecycle API.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Source docs (repo)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docs/DBDOME_dbanalytics_service_SPEC.md (21 schemas, entry points, build) · docs/DBDOME_FUNCTIONALITIES.md (198 routes, 35 engines) · docs/DBDOME_PANEL_QUERIES.md (88 dashboards, 600 queries).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Key code map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dbdome_main.py · collection/collect_metrics.py · processes/detection_tree_{builder,executor}.py · alerts/{alert_dispatcher,alert_helper,metrics_api_sender}.py · utils/alert_resultset.py · siem/generic/syslog_sender.py · analysis/*.py · http_server.py · sql_scripts/.</a:t>
            </a:r>
          </a:p>
          <a:p>
            <a:pPr>
              <a:spcBef>
                <a:spcPts val="700"/>
              </a:spcBef>
            </a:pPr>
            <a:r>
              <a:rPr sz="1200" b="1" i="0">
                <a:solidFill>
                  <a:srgbClr val="1FB6B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A38"/>
                </a:solidFill>
                <a:latin typeface="Segoe UI"/>
              </a:rPr>
              <a:t>Migrations of note</a:t>
            </a:r>
            <a:r>
              <a:rPr sz="1350" b="0" i="0">
                <a:solidFill>
                  <a:srgbClr val="1B2A38"/>
                </a:solidFill>
                <a:latin typeface="Segoe UI"/>
              </a:rPr>
              <a:t>  7300/7310 content encryption · 7340 alert_log partitioning · 7280 DAM scorecard · 6690 RBAC hardening · 6550 incident lifecycle.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